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deck for the Sentient Open Source AGI Grant. We build the trust layer agents need to act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gap: no open, verifiable way for agents to hold and move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value: agents transact autonomously under verifiable on-chain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Urgency: agents crossed into real custody; the trust substrate must arrive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x402 flow, made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not pitching vaporware — the gateway runs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Credibility: we're dogfooding the infra we're asking to build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$10k, three months, four measurable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project directly to Sentient's six funding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links for the reviewer to verify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Treasury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Open, self-custodied payments infrastructure for AI agents — x402 on-chain trust, verifiable receipts, safe hands.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An agent with a wallet is a liability.</a:t>
            </a:r>
          </a:p>
          <a:p>
            <a:pPr lvl="1"/>
            <a:r>
              <a:rPr/>
              <a:t>It either can't move money without a human, or it holds keys with no on-chain accountability.</a:t>
            </a:r>
          </a:p>
          <a:p>
            <a:pPr/>
            <a:r>
              <a:rPr/>
              <a:t>Agents are crossing from demos into real custody — trading, paying APIs, running treasuries.</a:t>
            </a:r>
          </a:p>
          <a:p>
            <a:pPr lvl="1"/>
            <a:r>
              <a:rPr/>
              <a:t>The trust layer hasn't shipped with them. Custody is a black box or a single point of failure.</a:t>
            </a:r>
          </a:p>
          <a:p>
            <a:pPr/>
            <a:r>
              <a:rPr/>
              <a:t>Users and small agents can't afford enterprise custody, and no open alternative exists.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An open x402 gateway that gives AI agents real wallets and safe hands.</a:t>
            </a:r>
          </a:p>
          <a:p>
            <a:pPr lvl="1"/>
            <a:r>
              <a:rPr/>
              <a:t>Agent receives a 402 payment prompt, authorizes a per-tx micro-fee, settles with an on-chain trust receipt.</a:t>
            </a:r>
          </a:p>
          <a:p>
            <a:pPr lvl="1"/>
            <a:r>
              <a:rPr/>
              <a:t>Self-custodied, transparent, gated by verifiable rules — no custodian, no middleman.</a:t>
            </a:r>
          </a:p>
          <a:p>
            <a:pPr/>
            <a:r>
              <a:rPr/>
              <a:t>Live today: 11 pay-per-call services on api.gentechlabs.net with a working interactive demo.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Agents are beginning to hold real treasury assets and make real payments.</a:t>
            </a:r>
          </a:p>
          <a:p>
            <a:pPr lvl="1"/>
            <a:r>
              <a:rPr/>
              <a:t>Without a trust layer, adoption stalls or pushes agents into centralized black boxes.</a:t>
            </a:r>
          </a:p>
          <a:p>
            <a:pPr/>
            <a:r>
              <a:rPr/>
              <a:t>The x402 standard is gaining traction; the foundation just launched under the Linux Foundation.</a:t>
            </a:r>
          </a:p>
          <a:p>
            <a:pPr lvl="1"/>
            <a:r>
              <a:rPr/>
              <a:t>The window to build the open rails is open now.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1. Agent requests a protected endpoint → gateway returns HTTP 402 with a payment prompt.</a:t>
            </a:r>
          </a:p>
          <a:p>
            <a:pPr/>
            <a:r>
              <a:rPr/>
              <a:t>2. Agent authorizes a micro USDC payment and signs it.</a:t>
            </a:r>
          </a:p>
          <a:p>
            <a:pPr/>
            <a:r>
              <a:rPr/>
              <a:t>3. Gateway verifies the on-chain receipt → releases the response.</a:t>
            </a:r>
          </a:p>
          <a:p>
            <a:pPr/>
            <a:r>
              <a:rPr/>
              <a:t>4. Every call leaves a verifiable trust receipt on-chain.</a:t>
            </a:r>
          </a:p>
          <a:p>
            <a:pPr lvl="1"/>
            <a:r>
              <a:rPr/>
              <a:t>No custody. No middleman. Fully auditable.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Gateway v2.0 live on api.gentechlabs.net — 11 services across 7 chains.</a:t>
            </a:r>
          </a:p>
          <a:p>
            <a:pPr lvl="1"/>
            <a:r>
              <a:rPr/>
              <a:t>Token security, wallet analysis, agent discovery, market intelligence, DeFi LP, treasury_defender, and more.</a:t>
            </a:r>
          </a:p>
          <a:p>
            <a:pPr/>
            <a:r>
              <a:rPr/>
              <a:t>Interactive demo: gentechlabs.net/treasury-demo/</a:t>
            </a:r>
          </a:p>
          <a:p>
            <a:pPr/>
            <a:r>
              <a:rPr/>
              <a:t>OpenAPI spec + x402-bazaar manifest published.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GenTech Labs runs live agent rails every day — treasury classification, LP automation, cross-venue signals, ERC-8004 identity.</a:t>
            </a:r>
          </a:p>
          <a:p>
            <a:pPr lvl="1"/>
            <a:r>
              <a:rPr/>
              <a:t>We built the treasury because our own agents execute real value.</a:t>
            </a:r>
          </a:p>
          <a:p>
            <a:pPr lvl="1"/>
            <a:r>
              <a:rPr/>
              <a:t>We've lived its failure modes, so we ship the trust layer it needs.</a:t>
            </a:r>
          </a:p>
          <a:p>
            <a:pPr/>
            <a:r>
              <a:rPr/>
              <a:t>Agents building the trust layer agents need.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Grant Unlocks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Mainnet hardening (wks 1-4): audited custody, gasless EIP-7702, public trust-receipt schema.</a:t>
            </a:r>
          </a:p>
          <a:p>
            <a:pPr/>
            <a:r>
              <a:rPr/>
              <a:t>Three new rails (wks 3-8): Base→Avalanche bridge, recurring subscriptions, ERC-8004 identity payments.</a:t>
            </a:r>
          </a:p>
          <a:p>
            <a:pPr/>
            <a:r>
              <a:rPr/>
              <a:t>Open SDK (wks 6-10): MIT reference bot so any builder pays-per-call in an hour.</a:t>
            </a:r>
          </a:p>
          <a:p>
            <a:pPr/>
            <a:r>
              <a:rPr/>
              <a:t>Community (wks 8-12): migration guides + onboarding for 5 external teams.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Open. Yours. Accessible.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Open — anyone can run it, inspect it, build on it.</a:t>
            </a:r>
          </a:p>
          <a:p>
            <a:pPr/>
            <a:r>
              <a:rPr/>
              <a:t>Yours to keep — self-custody means no one can cut you off.</a:t>
            </a:r>
          </a:p>
          <a:p>
            <a:pPr/>
            <a:r>
              <a:rPr/>
              <a:t>Empowering, not extractive — capability, not harvesting.</a:t>
            </a:r>
          </a:p>
          <a:p>
            <a:pPr lvl="1"/>
            <a:r>
              <a:rPr/>
              <a:t>Aligned with Sentient's principles: private by default, good for humanity.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Gateway: api.gentechlabs.net</a:t>
            </a:r>
          </a:p>
          <a:p>
            <a:pPr/>
            <a:r>
              <a:rPr/>
              <a:t>Interactive demo: gentechlabs.net/treasury-demo/</a:t>
            </a:r>
          </a:p>
          <a:p>
            <a:pPr/>
            <a:r>
              <a:rPr/>
              <a:t>x402 manifest: api.gentechlabs.net/.well-known/x402-bazaar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GenTech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